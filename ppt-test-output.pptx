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 ????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食材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?? 2 ?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?? 3 ?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? ??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12801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步骤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8288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????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????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??????
</a:t>
            </a:r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??
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????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MyOpenClaw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test-recipe</dc:title>
  <dc:subject>PptxGenJS Presentation</dc:subject>
  <dc:creator>MyOpenClaw</dc:creator>
  <cp:lastModifiedBy>MyOpenClaw</cp:lastModifiedBy>
  <cp:revision>1</cp:revision>
  <dcterms:created xsi:type="dcterms:W3CDTF">2026-08-13T15:49:52Z</dcterms:created>
  <dcterms:modified xsi:type="dcterms:W3CDTF">2026-08-13T15:49:52Z</dcterms:modified>
</cp:coreProperties>
</file>